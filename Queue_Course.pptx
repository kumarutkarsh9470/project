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notesMasterIdLst>
    <p:notesMasterId r:id="rId1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7b7c8777-f6fd-bac1-10a4-038390f890e9}">
          <p14:sldIdLst>
            <p14:sldId id="256"/>
            <p14:sldId id="257"/>
            <p14:sldId id="258"/>
          </p14:sldIdLst>
        </p14:section>
        <p14:section name="Part 1 · The queue" id="{c0dc5985-dae1-9f81-75a1-2f14a3333a9c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Part 2 · The pool" id="{5a153fb8-c0b8-8daa-69ff-469ca8ac217b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</p14:sldIdLst>
        </p14:section>
        <p14:section name="Part 3 · Faster" id="{bfefdb51-f3f7-7800-afd4-fb8d130cb782}">
          <p14:sldIdLst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</p14:sldIdLst>
        </p14:section>
        <p14:section name="Finish" id="{1907c696-5d92-bf30-f55d-180c575021fd}">
          <p14:sldIdLst>
            <p14:sldId id="4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Producing and consuming happen one after the other. If we put them on two threads, will the program run twice as fast?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main starts a thread and returns. The std::thread object is destroyed while the thread runs. What should C++ 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Both threads call q.push() at the same time. Is this safe?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The queue is empty and pop() throws. What happens to the mutex?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empty() locks. pop() locks. One item, two consumers. Can anything go wrong?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The queue is empty for one second. What is this consumer doing during that second?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One run printed the right total. How sure are you that 4 producers and 4 consumers never lose or duplicate an item?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Thread 1 moves q1 → q2 while thread 2 moves q2 → q1. Each locks its own queue first, then the other. What can happen?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Consumers no longer know how many items will come. How can they find out that no more items are coming?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Our queue only holds int and copies values everywhere. What breaks when values are big, or can't be copied?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A task throws an exception on the worker. main wrapped its push() in try/catch. Does main catch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64 tasks wait in line for one worker. How many workers should we start, and how do they all stop?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64 of these jobs on 8 workers take as long as on 1 worker.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What would you need to build so main can wait for the result, or get the exception?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packaged_task wraps a function. What if the value comes from a callback? And what if 8 threads need one result?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How do we stop waiting after 1 second? And does that stop fetch()?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A recursive sum submits half its work and waits for it. With 2 workers and 2 outer tasks, what happens?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Is a mutex the only way to make ++ safe across threads?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Producers touch only the tail, consumers only the head. Why should they wait for each other?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Locks, allocation and sleeping cost more than the message. With exactly one producer and one consumer, which of them do we really need?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Every number so far came from one run, at whatever load. Is that proof?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CLUB  ·  CONCURRENCY TRACK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broken queue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thread pool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queue. Fifteen versions. Every concept arrives because the code breaks without it.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 queue → threads → mutex → RAII → condition_variable → load → shutdown → &lt;T&gt; → tasks → pool → futures → atomics → two locks → lock-free → benchmarks</a:t>
            </a:r>
            <a:endParaRPr lang="en-US" sz="13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topic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19202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in our queue. No new words yet.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39696" y="1920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19202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6517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guess before running anything.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30752" y="1920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30752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19202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26517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program. Watch it fail.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21808" y="1920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21808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9202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21808" y="26517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sequence of events, as a timeline.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12864" y="1920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12864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19202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12864" y="26517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now: the concept, and the code that uses it.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1920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19202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6517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and questions to answer without looking.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94976" y="1920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94976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094976" y="26517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tracing, design. Answers on the right.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7548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jump ahead. Don't open the next version or the master code early. Predict, break, understand, then build it yourself. The tracker in the top-right corner shows where you are.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bench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explore bugs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-std=c++20 -O0 -g -pthread -I../common tests.cpp -o tests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measure speed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-std=c++20 -O2 -pthread -I../common tiny.cpp -o tiny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everything, with demos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./build_all.sh --demos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STUDY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011680"/>
            <a:ext cx="3685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version's main file (queue.hpp, later pool.hpp …) and its tiny examples.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common/: the test macros, stopwatch and thread owner are tools, not lessons.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folder's README lists what you'll see when you run it, and why.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11+, Clang 14+ or MSVC 2022. Explore at -O0, measure at -O2, race-test with 100,000 items per thread.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v0–v7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queue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threads share one queue safely?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1463040"/>
            <a:ext cx="3931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  ordinary queue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 threads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 mutex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 RAII · interface races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  condition_variable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  load · deadlock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v6  shutdown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v7  queue&lt;T&gt;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 ·  ORDINARY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second thread make this faster?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 thread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┌──────────────────────────────────────────┐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produce produce produce  consume consume 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└──────────────────────────────────────────┘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 →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and consuming happen one after the other. If we put them on two threads, will the program run twice as fast?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 ·  ORDINARY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task() { sleep_for(2s); }   // waits, no CPU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A: one thread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task(); task();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B: two threads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 t1(task), t2(task);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t1.join(); t2.join();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A take? How long does B take? Did either task itself get faster?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4 s. B: 2 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task got faster. The two waits overlapped.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 ·  ORDINARY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sequential:  4.00 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threads: 2.00 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replace sleep with a loop that computes. On one core, two threads take turns and nothing gets faster.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 ·  ORDINARY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turns is not running together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CORE, TWO THREADS            TWO CORES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0: T1 T1 T2 T1 T2 T2        core 0: T1 T1 T1 T1 T1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↑ the OS switches        core 1: T2 T2 T2 T2 T2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between them                   ↑ truly at once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several tasks in progress (structure).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Parallelism: running at the same instant (needs cores).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 ·  ORDINARY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a correct baseline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Queue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std::queue&lt;int&gt; q;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push(int x) { q.push(x);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pop()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v = q.front();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q.pop();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size() const { return q.size();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wrapper around std::queue&lt;int&gt;.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thread: producer() fills it, then consumer() drains it.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it: about 60 ns per push + pop. Every later version is compared to this.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 ·  ORDINARY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 overlap waiting. Only more cores speed up computing.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concurrency? What is parallelism?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two threads help on one core?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which thread runs next?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measure before adding threads?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 ·  ORDINARY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tasks each sleep 100 ms. How long on 1 thread? On 64 threads?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s vs about 0.1 s. Waiting overlaps perfectly.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each print 1 to 3. Is "1 1 2 3 2 3" possible?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Any interleaving that keeps each thread's own order is possible.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downloads 10 files, then hashes them. Where would threads help?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downloads (waiting). The hashing only speeds up with more 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MULTIPLE THREADS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producer its own thread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 ──creates──► std::thread t(producer)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returns from main ... t is destroyed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what happens to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the running thread?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starts a thread and returns. The std::thread object is destroyed while the thread runs. What should C++ do?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MULTIPLE THREADS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work() { std::cout &lt;&lt; "working\n";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 t(work);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t is destroyed here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print "working" and exit normally?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program aborts (std::terminate).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std::thread that is still joinable must not be destroyed.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MULTIPLE THREADS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 terminate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 called without an active exception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pass the queue without std::ref: the thread fills its own copy, and main's queue stays empty.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MULTIPLE THREADS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thread object owns a running thread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 object ──owns──► OS thread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the object dies, choose one: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join()    wait here until it finishes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detach()  let it run with no owner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destroyed while joinable → std::terminate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refuses to guess. Arguments are COPIED into the new thread: std::ref(q) shares the real queue.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MULTIPLE THREADS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owner that always joins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thread_group.hpp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class ThreadGroup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std::vector&lt;std::thread&gt; ts;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public: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void add(std::thread t) { ts.push_back(std::move(t));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~ThreadGroup()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for (auto&amp; t : ts)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  if (t.joinable()) t.join();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ThreadGroup g;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g.add(std::thread(producer, std::ref(q), n));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destructor joins every thread, on every path out, even an exception.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std::ref(q) passes the real queue, not a copy.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 we never detach.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MULTIPLE THREADS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thread needs exactly one owner that joins it. Let a destructor be that owner.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 joinable thread is destroyed?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thread arguments copied?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std::thread move-only?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detach() safe?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MULTIPLE THREADS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producers × 100,000 pushes into one plain std::queue. Expected size?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 expected. In practice: a crash or hang. That's v2.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t1.join(); t2.join(); std::cout &lt;&lt; "Done"; Can "Done" print before A or B?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Done waits for both joins. A and B can be in either order.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exception is thrown after starting 3 threads. How do you make sure they're joined?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in an RAII owner (ThreadGroup or std::jthread).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MUTEX PROTECTED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producers, one queue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SHARED QUEUE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┌─────────────────┐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 10   20   30   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└─────────────────┘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↑         ↑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Producer   Producer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T1           T2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threads call q.push() at the same time. Is this safe?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MUTEX PROTECTED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 = 0;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inc()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1'000'000; ++i)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++counter;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 t1(inc), t2(inc);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t1.join(); t2.join();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 &lt;&lt; counter;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print? Will it be the same every run?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2,000,000, and different every run.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three slides show why.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MUTEX PROTECTED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     # run 5 times, -O0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race: 1556397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race: 1114575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race: 1363955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race: 1099554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race: 1074728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v1's 4 producers × 100,000: segmentation fault. push() changes the queue's internal pointers the same way.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MUTEX PROTECTED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++counter is three steps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                        T2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 counter → 0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READ  counter → 0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 → 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ADD   → 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WRITE 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increments, counter is 1: one update lost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threads work from shared state the other can change.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DATA RACE: same memory, at least one write, no synchronization. Undefined behaviour.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MUTEX PROTECTED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thread inside at a time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Queue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std::queue&lt;int&gt; q;     // guarded by m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std::mutex m;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void push(int x)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m.lock();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q.push(x);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m.unlock();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need: if T1 is modifying the queue, T2 must WAIT. That is mutual exclusion.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lock() → enter the critical section → modify shared state → unlock().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every access to q goes through the same m. Readers too: size() reads while push() writes.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MUTEX PROTECTED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race is unsynchronized access with at least one write. A mutex makes threads take turns.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shared state?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race?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critical section?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mutual exclusion?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499262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9377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"read-only" automatically thread-safe?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MUTEX PROTECTED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cost: 44 ns on 1 thread, 141 ns each on 4. Why slower?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threads queue up for one lock. Passing it between cores is expensive.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m.lock(); foo(); m.unlock(); What happens if foo() throws?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unlock() never runs. m stays locked; the next lock() waits forever. That's v3.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 calls q.size() while B calls q.push(100). Safe without a lock?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 reads state B is changing: a data race. size() must lock too.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RAII LOCKING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consumer arrives too early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pop()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m.lock();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(q.empty())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std::runtime_error("empty");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m.unlock();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is empty and pop() throws. What happens to the mutex?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RAII LOCKING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m.lock()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m.unlock()  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unlock() go? What happens when the producer calls push()?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unlock() never executes.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mutex stays locked. push() calls lock() and waits forever.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RAII LOCKING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./tiny_raii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try_lock after the exception: 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means the mutex is still held. In v2's project test every thread froze.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RAII LOCKING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must run on every way out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mutex remains locked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↓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another thread calls lock()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↓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waits forever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↓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hangs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thrown → stack unwinds →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destructors of every local STILL run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met this in v1: ThreadGroup joins in its destructor. Use the same trick for the lock.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RAII LOCKING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mutex tied to an object's lifetime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pop()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m.lock();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std::lock_guard&lt;std::mutex&gt; lock(m);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(q.empty())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throw std::runtime_error("empty");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v = q.front(); q.pop();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m.unlock();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v;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  // ← destructor: unlock()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→ lock mutex ··· critical section ··· destructor → unlock mutex.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throw, break: the destructor runs on every path.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object. lock_guard&lt;std::mutex&gt;(m); is a temporary that unlocks at the semicolon.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RAII LOCKING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unlock by hand. Let a destructor release the lock.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RAII?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lock_guard?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exactly does it unlock?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during an exception?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499262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9377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scope matter?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RAII LOCKING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has 4 return statements and 1 throw. How many unlock() calls do you need with lock_guard?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The destructor handles all 5 exits.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std::lock_guard&lt;std::mutex&gt;(m); ++counter; Is counter protected?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unnamed temporary unlocks at the semicolon.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unlock before slow logging at the end. Which lock type?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std::unique_lock: call lock.unlock() early.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INTERFACE RACES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call locks. Is it safe now?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Queue:  [ 42 ]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A             Consumer B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(!q.empty())        if (!q.empty())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q.pop();               q.pop();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empty() locks. pop() locks. One item, two consumers. Can anything go wrong?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INTERFACE RACES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A            Consumer B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empty() → false       empty() → false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   → 42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pop()   → ???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consumers received false. How? What does B's pop() do?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A's check and A's pop, B checked too.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B's pop() finds an empty queue and throws.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INTERFACE RACES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./tiny_interface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top() hit an empty stack in 186 of 200 rounds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ThreadSanitizer reports nothing: there is no data race.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INTERFACE RACES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two calls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(!q.empty())   ← lock, check, unlock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... another thread runs ...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q.pop();      ← lock, pop, unlock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calls = two locks = a gap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be thread-safe on its own while a SEQUENCE of calls is not. Check-then-act across a gap is a race condition.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INTERFACE RACES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and take in one call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bool try_pop(int&amp; out)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std::lock_guard&lt;std::mutex&gt; lock(m);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if (q.empty())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return false;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out = q.front();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q.pop();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true;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read and remove under ONE lock.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throws: returns false when there's nothing.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empty() now only means "was empty a moment ago". Don't act on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INTERFACE RACES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check and the action it guards must happen under one lock.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without a data race: example?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std::queue::pop() return void?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empty() promise?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empty() need a mutable mutex?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INTERFACE RACES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consumers, 1,000 items, check-then-pop. Can exceptions happen?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on the last items, whenever both pass the check together.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has locked contains() and insert(). Trace two threads inserting key 7.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see contains(7) == false; both insert. Second insert overwrites or fails.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map's API so that race can't happen.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insert_if_absent(key, value): check and insert under one lock.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consumer is wasting a CPU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(!q.try_pop(x))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try again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is empty for one second. What is this consumer doing during that second?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./next_bug     # v3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 an empty queue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?????????? times in 1 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number. Is any of that work useful?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10–12 million checks.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useless: checking an empty queue. A whole core is burned doing nothing.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try a nap instead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(q.empty()) 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m.unlock();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sleep(1);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m.lock();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arrives right after the check? The consumer still sleeps a full second. And with a notification instead of sleep, it gets worse (next slide).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unlocking and sleeping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                  Producer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"queue empty"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← scheduling gap →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push item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notify  ← nobody waiting yet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waiting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zzz forever             (the item sits in the queue)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LOST WAKE-UP. We need one operation that releases the mutex and starts waiting as a single step.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until something changes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std::condition_variable cv;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push(int x)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std::lock_guard&lt;std::mutex&gt; lock(m); q.push(x); 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cv.notify_one();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int wait_and_pop()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std::unique_lock&lt;std::mutex&gt; lock(m);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cv.wait(lock, [&amp;] { return !q.empty(); });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int v = q.front(); q.pop();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v;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releases the lock and sleeps in ONE step: no gap.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wake-up it re-takes the lock and re-checks the predicate: while (!cond) sleep, never if.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unique_lock, because wait() must unlock and re-lock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wait() releases the lock and sleeps in one step, and always re-checks when it wakes.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busy waiting bad?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condition_variable?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unique_lock?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inside wait()?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499262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9377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predicate?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126480" y="499262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49377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notify_one vs notify_all?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producer, 1 consumer, 1,000,000 items. What CPU does an idle consumer use now?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0%. It sleeps inside wait().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cv.wait(lock, pred) from "queue empty" to "pop item". Who holds the mutex when?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holds it → wait releases it → producer locks, pushes, unlocks, notifies → consumer re-takes it, pred true, pops.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producers, 8 consumers. Consumers sleep when empty; producers wake them. Which parts?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mutex + condition_variable (+ a closed flag to stop: v6).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·  CONDITION_VARIABLE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cv.wait(lock, pred), step by step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7223760" cy="4754880"/>
          </a:xfrm>
          <a:prstGeom prst="roundRect">
            <a:avLst>
              <a:gd name="adj" fmla="val 192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                        PRODUCER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mutex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empty?  YES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release mutex  ┐ one step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 SLEEP          ┘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lock mutex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push item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unlock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notify_one()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wakes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reacquire mutex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predicate: !q.empty() = true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item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MUTEX?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2011680"/>
            <a:ext cx="35021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wait(): the consumer owns the mutex. While asleep: nobody does, so the producer can push. When wait() returns: the consumer owns it again, and the condition is true.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MANY PRODUCERS AND CONSUMERS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once. Does it work under load?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P1 ─┐                ┌─► C1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P2 ─┤   ┌────────┐   ├─► C2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P3 ─┼──►│ queue  │───┼─► C3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P4 ─┘   └────────┘   └─► C4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printed the right total. How sure are you that 4 producers and 4 consumers never lose or duplicate an item?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MANY PRODUCERS AND CONSUMERS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threads add 1,000,000 numbers each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A: lock per item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(...) { lock_guard l(m); total += i;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B: lock once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local = 0;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(...) local += i;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lock_guard l(m); total += local; }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both correct? How much faster is B?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correct.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about 100× faster: it touches the shared total once instead of a million times.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MANY PRODUCERS AND CONSUMERS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./tiny_contention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lock per item: 413 ms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lock once:     3 ms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answer, 100× the time. And 1,000 items per producer hid v1's crash: each thread finished before the next started.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MANY PRODUCERS AND CONSUMERS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Contention: threads queuing for one lock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██ lock ██ ......... ██ lock ██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... waiting ... ██ lock ██ .....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....... waiting ....... ██ lock ██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.......... waiting ..........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lock between cores costs more than a tiny push. Share less: work locally, touch shared state rarely.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MANY PRODUCERS AND CONSUMERS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every workload, and batch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 + tests.cpp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void push_all(const std::vector&lt;int&gt;&amp; xs)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std::lock_guard&lt;std::mutex&gt; lock(m);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for (int x : xs) push_locked(x);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cv.notify_all();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test matrix: 1x1, 4x1, 1x4, 4x4,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 = 10 and 200,000, slow producers, slow consumers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check: count, SUM, no hang, idle CPU ~0%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catches a loss and a duplicate that cancel out in the count.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100,000 items per thread, not 1,000.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push_all takes the lock once per batch: about 4× faster.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MANY PRODUCERS AND CONSUMERS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code is proven by stress tests across workloads, never by one run.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the sum as well as the count?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1,000 items hide the crash?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contention?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batching help?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MANY PRODUCERS AND CONSUMERS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producers push 0..99,999 each. What sum must the consumers see?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(99,999 × 100,000 / 2) = 19,999,800,000.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loses item 5 and receives item 7 twice. Does the count catch it? The sum?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no (same total). Sum: yes, off by 2.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send in bursts of 1,000. How do you cut locking cost?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push_all takes the lock once per burst and notifies once.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DEADLOCK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two queues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q1 [■■■■■■■■■■]   ← piling up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q2 [ ]             ← running dry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q1.move_all_to(q2) needs BOTH locks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 moves q1 → q2 while thread 2 moves q2 → q1. Each locks its own queue first, then the other. What can happen?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DEADLOCK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move_all_to(Queue&amp; other)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std::lock_guard a(m);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std::lock_guard b(other.m);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T1: q1.move_all_to(q2)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T2: q2.move_all_to(q1)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who holds what and who waits for what.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holds q1.m, waits for q2.m.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holds q2.m, waits for q1.m.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wait forever.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DEADLOCK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./tiny_deadlock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[frozen: stopped after 10 s]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Opposite-direction moves froze 3 runs out of 3. With less timing luck it freezes once a week in production.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DEADLOCK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cycle in the wait-for graph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holds q1.m ──waits for──► q2.m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▲                        │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│                        ▼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q1.m ◄──waits for── T2 holds q2.m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= deadlock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cycle: take both locks together, or always in one global order. Never lock the same mutex twice.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DEADLOCK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locks, taken together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move_all_to(Queue&amp; other)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if (this == &amp;other) return;   // locking m twice is UB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std::lock_guard a(m);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std::lock_guard b(other.m);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std::scoped_lock lock(m, other.m);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while (!q.empty())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other.q.push(q.front()); q.pop();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scoped_lock locks several mutexes with a deadlock-free algorithm.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push_all calls private push_locked(), never public push(): public functions lock, helpers assume.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Needing recursive_mutex usually means the lock boundaries are wrong.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DEADLOCK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several locks together or in one fixed order. Never lock the same mutex twice.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true for a deadlock?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make a two-lock operation safe?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this == &amp;other?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recursive_mutex a smell?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·  DEADLOCK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threads each lock 2 of 3 mutexes, always lowest address first. Can they deadlock?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One global order means no cycle.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push_all locks m, then calls push(), which locks m. Trace it.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thread waits for a lock it holds: frozen (std::mutex) or UB.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transfer(a, b, amount) between two bank accounts.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scoped_lock(a.m, b.m), check a == b first, then move the amount.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·  GRACEFUL SHUTDOWN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producers are done. The program never exits.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Producers: push ... push ... return ok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Consumers: pop ... pop ... wait_and_pop() zzz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     join consumers ... waiting ...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no longer know how many items will come. How can they find out that no more items are coming?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·  GRACEFUL SHUTDOWN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shutdown()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std::lock_guard lock(m);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 = true;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cv.notify_one();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consumers are asleep in wait()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consumers wake up and leave?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 notify_one wakes a single waiter.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sleeps forever and main hangs on join().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·  GRACEFUL SHUTDOWN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woke up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[frozen: stopped after 10 s]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word, notify_one → notify_all, and it exits.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·  GRACEFUL SHUTDOWN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Shutdown is a protocol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   push ok · pop waits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 shutdown()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    push rejected · EVERY waiter woken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 queue drains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DRAINED    wait_and_pop() returns "nothing"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consumers return · threads joined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closed under the lock (else it can fall into v4's gap), wake everyone, let each waiter see it. No int can mean "nothing": return std::optional.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·  GRACEFUL SHUTDOWN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flag, and pushes that can say no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bool closed = false;            // guarded by m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std::optional&lt;int&gt; wait_and_pop()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std::unique_lock lock(m);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cv.wait(lock, [&amp;] { return !q.empty(); });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cv.wait(lock, [&amp;] { return !q.empty() || closed; });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if (q.empty()) return std::nullopt;   // closed + drained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v = q.front(); q.pop(); return v;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void shutdown()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{ std::lock_guard l(m); closed = true;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cv.notify_all();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predicate checks both conditions.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items are still consumed (drain policy).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after shutdown() returns false.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·  GRACEFUL SHUTDOWN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Shutdown: change the state under the lock, wake everyone, let each waiter see it.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notify_all in shutdown()?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std::optional?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queued items?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set closed under the lock?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·  GRACEFUL SHUTDOWN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items queued, then shutdown(). How many do consumers still receive?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1,000. nullopt only when closed AND empty.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= true is set WITHOUT the lock. Trace a lost wake-up.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checks (not closed) → main sets closed + notifies → consumer starts waiting: sleeps forever.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queue: producers wait while full. What must shutdown() also do?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waiting producers too (notify_all on their cv) and make push return false.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 ·  GENERIC QUEUE&lt;T&gt;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we'll queue work, not ints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Queue&lt;int&gt;        ok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Queue&lt;std::string&gt;             ?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Queue&lt;std::unique_ptr&lt;Job&gt;&gt;    ?  can't be copied at all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queue only holds int and copies values everywhere. What breaks when values are big, or can't be copied?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 ·  GENERIC QUEUE&lt;T&gt;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pop()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v = std::move(q.front());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q.pop();              // item removed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queue.pop();          // this assignment throws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caller's assignment throws, where is the item?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Gone. It was removed from the queue and never stored.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std::queue::pop() returns void.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 ·  GENERIC QUEUE&lt;T&gt;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g++ -DSHOW_BUG next_bug.cpp   # v6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cannot convert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'unique_ptr&lt;int&gt;' to 'int'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int-only queue can't carry ownership.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 ·  GENERIC QUEUE&lt;T&gt;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Copy, move, or lose it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push(const T&amp;)   copies    → unique_ptr won't compile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push(T v)        moves in  → works for every type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 returns T  → a throw after removal loses it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optional&lt;T&gt; built by moving → nothing lost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 standard type doesn't throw. Copying can, or can be impossible.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 ·  GENERIC QUEUE&lt;T&gt;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a template that moves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class Queue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std::queue&lt;int&gt; q;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template &lt;class T&gt;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class ThreadSafeQueue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std::queue&lt;T&gt; q;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bool push(int x) { ... q.push(x); ...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bool push(T v)   { ... q.push(std::move(v)); ...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std::optional&lt;int&gt; wait_and_pop()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std::optional&lt;T&gt; wait_and_pop()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... T v = std::move(q.front()); q.pop(); return v; 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by value, then move in.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out, never copy out.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can't be copied: mutex and cv can't be, and it would make no sense.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 ·  GENERIC QUEUE&lt;T&gt;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generic concurrent container moves its values and never loses one when something throws.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 instead of copy?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std::queue::pop() return void?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the queue be copied?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with push(const T&amp;)?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 ·  GENERIC QUEUE&lt;T&gt;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a 1 MB std::string by copy vs by move: bytes copied?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Copy: 1 MB. Move: a few pointers.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ThreadSafeQueue&lt;std::unique_ptr&lt;int&gt;&gt; q; q.push(p); Does it compile?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p is an lvalue. q.push(std::move(p)) compiles.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checkpoint: list every rule your queue now follows.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every access · RAII · one-lock operations · wait with predicate · notify after change · closed + notify_all · move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v8–v10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it into a thread pool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caller get work done elsewhere, and get the answer back?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1463040"/>
            <a:ext cx="3931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   task queue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v9   thread pool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v9   real workloads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v10  futures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v10  promise · shared_future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v10  timeouts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v10  tasks waiting on tasks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TASK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queue carried work?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thread                     worker thread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push(task) ──► [ task queue ] ──► pop, task()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throws an exception on the worker. main wrapped its push() in try/catch. Does main catch it?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TASK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tasks.push([] { throw std::runtime_error("disk full"); });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(...)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"caught in main";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prints? What happens to the program?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caught. The program terminates.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 unwinds the worker's stack, not main's.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TASK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 terminate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 called after throwing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instance of 'std::runtime_error'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task that captured a local by reference ran after that local was destroyed.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TASK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exception lives on one thread's stack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                       worker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push(task) }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(...) { }  ← done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task() throws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unwinds WORKER's stack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leaves the thread function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→ std::terminate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on the worker, or one bad task kills the program. Queued tasks run LATER: capture by value.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TASK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queue of work, and one worker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using Task = std::function&lt;void()&gt;;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class TaskQueue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ThreadSafeQueue&lt;Task&gt; tasks;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std::thread worker{[this] { work(); }};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void work()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while (auto t = tasks.wait_and_pop())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  try { (*t)();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  catch (...) { on_error(std::current_exception());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is v6's consumer loop, running tasks.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(...) keeps the worker alive.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caller never learns its task failed, and never gets a result.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TASK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exception can't cross threads on its own. Catch it where it happens and carry it back.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main catch a worker's exception?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capture by value?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std::function require?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isn't catch (...) the whole answer?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TASK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empty tasks take 180 ms. Cost per task?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180 ns: std::function call + queue push/pop.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f(){ int x=1; tasks.push([&amp;]{ print(x); }); } Trace it.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returns, x is destroyed, then the worker reads it: undefined behaviour.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the caller learn that its task failed?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std::exception_ptr in shared state and rethrow it in the caller: that's v10's future.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THREAD POOL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worker runs one task at a time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submit(task) ──► [ task queue ] ──► worker 1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──► worker 2  ?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──► worker N  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tasks wait in line for one worker. How many workers should we start, and how do they all stop?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THREAD POOL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64 tasks that each sleep 100 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64 tasks that each compute 100 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a 4-core machine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pool(1)   pool(4)   pool(64)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pool size is fastest for sleepy tasks? For busy tasks?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Sleepy: 64 workers (≈0.1 s).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Busy: about 4 workers (one per core). More only adds switching.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THREAD POOL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./tiny_workers   # 64 sleepy tasks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worker:   6.86 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workers: 0.44 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order of the two members in ThreadPool and the destructor hangs or crashes.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THREAD POOL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die in reverse order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ThreadPool {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ThreadSafeQueue&lt;Task&gt; tasks;   built 1st, destroyed LAST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ThreadGroup workers;           built 2nd, destroyed FIRST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~ThreadPool(): tasks.shutdown()  → workers wake, drain, return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then workers joined, then the queue goes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before shutdown hangs: workers sleep in wait_and_pop and nobody wakes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THREAD POOL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worker becomes a group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class TaskQueue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strike="sngStrike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std::thread worker;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class ThreadPool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ThreadSafeQueue&lt;Task&gt; tasks;   // destroyed last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ThreadGroup workers;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public: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explicit ThreadPool(unsigned n)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for (unsigned i = 0; i &lt; n; ++i)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  workers.add(std::thread([this] { work(); }));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~ThreadPool() { tasks.shutdown();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workers run the same v8 loop on one queue.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 first, then the ThreadGroup member joins.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work: about one worker per core. Waiting work: many more.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THREAD POOL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computing, about one worker per core. For waiting, many more. Shut down before joining.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order are members destroyed?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workers are joined before shutdown?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capturing this safe here?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workers for network calls?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THREAD POOL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busy 100 ms tasks on 4 cores, 4 workers. Rough total?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0.1 / 4 = 1.6 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the pool with 1,000 tasks queued. What runs?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1,000 run first (drain policy), then workers exit.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tiny tasks don't speed up with more workers. Why?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all fight over one queue mutex: contention (v5). Motivates Part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REAL WORKLOADS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workers, as slow as 1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pool.submit([&amp;]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std::lock_guard l(m);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page = download(url);     // 50 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r = expensive_calc(page);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results.push_back(r);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of these jobs on 8 workers take as long as on 1 worker. Why?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REAL WORKLOADS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download(url)        → touches shared data?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expensive_calc(page) → touches shared data?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results.push_back(r) → touches shared data?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actually needs the lock?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results.push_back(r).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calc only touch locals.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REAL WORKLOADS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./tiny_granularity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everything: 3.2 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push_back:  0.4 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64 results, 8× faster.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REAL WORKLOADS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the shared touch, not the task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around the whole task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██████████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          ██████████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                    ██████████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around push_back only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████████▌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████████▌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████████▌      ▌ = the locked line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day-one tools: many readers of a cache → shared_mutex. Create the pool once → static or call_once.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REAL WORKLOADS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readers, one writer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dns_cache.hpp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class DnsCache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std::map&lt;std::string, std::string&gt; entries;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mutable std::shared_mutex m;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public: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std::optional&lt;std::string&gt; find(const std::string&amp; h) const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std::shared_lock lock(m);      // many readers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...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void update(std::string h, std::string ip)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std::unique_lock lock(m);      // one writer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entries[h] = ip;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shared_lock: many readers at once. unique_lock: one writer, no readers.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queue can't use it: every queue operation writes.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default_pool(): a function-local static is created exactly once.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REAL WORKLOADS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the shared touch, not the whole task. Share reads. Initialise once.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needed the lock, and why only that one?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shared_mutex for the queue?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if (!pool) pool = new … broken?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never to do while holding a lock?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REAL WORKLOADS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jobs × 50 ms on 8 workers, lock only push_back. Rough total?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0.05 / 8 = 0.4 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run if (!pool) pool = new ThreadPool(4); at once. Trace it.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see null, both create a pool: a leak and a data race.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high-score table: read 1,000×/s, updated once a minute. Which lock?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std::shared_mutex: shared_lock to read, unique_lock to update.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FUTURE-BASED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caller wants the answer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  pool.submit(compute)   →  ???  where is the 42?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worker: compute() → 42          →  lost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worker: compute() throws        →  logged, main never knows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need to build so main can wait for the result, or get the exception?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FUTURE-BASED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hand-built "result slot":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value;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ready = false;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std::mutex m;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std::condition_variable cv;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std::exception_ptr error;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parts. Would you want to write this for every task?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parts, every time.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library packages exactly this: std::future.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FUTURE-BASED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./next_bug   # v9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would main get the 42,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learn that a task failed?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 runs work. It can't return anything yet.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FUTURE-BASED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one-shot channel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end              shared state             read end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packaged_task ─set─► [ value | exception ] ─► future.get()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promise             + ready flag            waits, then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+ mutex + cv (hidden)   returns or rethrows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runs the packaged_task fills the future. get() is one-shot: it moves the result out.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FUTURE-BASED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submit() returns a future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template &lt;class F&gt;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auto submit(F f) -&gt; std::future&lt;std::invoke_result_t&lt;F&gt;&gt;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using R = std::invoke_result_t&lt;F&gt;;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auto task = std::make_shared&lt;std::packaged_task&lt;R()&gt;&gt;(std::move(f));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auto result = task-&gt;get_future();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tasks.push([task] { (*task)();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result;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caller: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auto f = pool.submit([] { return 6 * 7;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int x = f.get();     // 42, or rethrows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packaged_task stores the value or the exception in the future.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shared_ptr: packaged_task is move-only, std::function needs copyable.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worker's try/catch is gone: the future carries errors.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FUTURE-BASED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threads exchange results instead of sharing state, use a future.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std::async inside submit()?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shared_ptr?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second get() do?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launch::deferred change?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FUTURE-BASED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tiny tasks submitted. How many futures must become ready?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100,000. Check every one.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 = std::async(std::launch::deferred, calc); Which thread runs calc, and when?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that calls f.get(), at that moment.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main needs 3 results computed in parallel, then their sum.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3 tasks, keep 3 futures, sum the three get() calls.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PROMISE AND SHARED_FUTURE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function to run, or many readers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callback ──► reply arrives    (no function to wrap)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load_config() ──► 8 tasks all need it (many readers)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packaged_task wraps a function. What if the value comes from a callback? And what if 8 threads need one result?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PROMISE AND SHARED_FUTURE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std::promise&lt;int&gt; p;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f = p.get_future();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p.set_value(42);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 &lt;&lt; f.get();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 &lt;&lt; f.get();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two get() calls print?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42.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Second: throws std::future_error (no associated state).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is one-shot.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PROMISE AND SHARED_FUTURE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./tiny_promise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reader got 42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 get(): std::future_error: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associated state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a promise without setting it: readers get broken_promise instead of waiting forever.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PROMISE AND SHARED_FUTURE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writes, and how many read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produces the value?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std::async          the library runs it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std::packaged_task  you choose where it runs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std::promise        set it by hand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readers?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std::future         one   (like unique_ptr)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std::shared_future  many  (like shared_ptr)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reader its OWN copy of the shared_future. One object used by many threads is a data race.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PROMISE AND SHARED_FUTURE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share(), one copy per task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std::shared_future&lt;Config&gt; cfg =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pool.submit(load_config).share();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for (int i = 0; i &lt; 8; ++i)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pool.submit([cfg] {          // copy, by value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use(cfg.get());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});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share() turns a future into a shared_future.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captures its own copy.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load_config throws, all 8 get() calls rethrow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PROMISE AND SHARED_FUTURE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reader: future. Many readers: shared_future, one copy each. No function: promise.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promise instead of packaged_task?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get() one-shot?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copy the shared_future per thread?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broken_promise?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PROMISE AND SHARED_FUTURE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readers each get x = 7 from one shared_future. Sum?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is destroyed before set_value. What does get() do?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std::future_error: broken_promise.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8 benchmark threads at the same instant. Design it.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promise&lt;void&gt; + shared_future&lt;void&gt;: every thread waits on it, then set_value() releases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TIMEOUTS AND CANCELLATION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task that never finishes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f = pool.submit([] { return fetch(url); });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fetch() sometimes hangs forever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f.get();      // ...and so does main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stop waiting after 1 second? And does that stop fetch()?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TIMEOUTS AND CANCELLATION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f = std::async(std::launch::async,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[] { sleep_for(3s); });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(f.wait_for(1s) == std::future_status::timeout)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"timed out\n";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leave the scope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scope left: after 1 s or after 3 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timeout only stopped waiting. async's future waits for the task in its destructor.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TIMEOUTS AND CANCELLATION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./tiny_timeout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timed out at 1.00 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the scope at 3.00 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never kills a thread: it might hold a lock or be halfway through an update.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TIMEOUTS AND CANCELLATION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timeout stops waiting, not work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caller                        worker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wait_for(1s) ... timeout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"give up"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fetch() ... still running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 destructor: join ...     fetch() ... still running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must be cooperative: ask the task to stop, and the task checks between steps.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TIMEOUTS AND CANCELLATION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Ask, and let the task stop itself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std::stop_source stop;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auto f = pool.submit([tok = stop.get_token()]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for (int step = 0; step &lt; 50; ++step)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if (tok.stop_requested()) return -1;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do_step();               // 100 ms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0;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stop.request_stop();             // finishes within ~0.1 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wait_for: relative. wait_until: one deadline for several steps.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stop_source / stop_token (C++20): a thread-safe "please stop".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that never checks its token can't be cancelled.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TIMEOUTS AND CANCELLATION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timeout limits your waiting. Only the task can stop itself, when asked.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scope take 3 s?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wait_for vs wait_until?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C++ kill a thread?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future_status::deferred mean?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TIMEOUTS AND CANCELLATION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checks its token every 100 ms. Worst delay after request_stop()?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100 ms (one step).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steps, each wait_for(1s), total budget 1 s. Trace a slow case.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may wait 1 s: total up to 3 s. Use wait_until(deadline).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 must shut down even with stuck tasks. Design it.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owns a stop_source, passes tokens to tasks, request_stop() in the destructor before joining.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TASKS WAITING ON TASKS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pool that freezes with nothing locked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 task: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inner = pool.submit(half_of_the_work);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inner.get();          // wait inside a task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sum submits half its work and waits for it. With 2 workers and 2 outer tasks, what happens?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TASKS WAITING ON TASKS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ThreadPool pool(2);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outer = [&amp;]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inner = pool.submit([] { return 1; });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inner.get();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a = pool.submit(outer);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b = pool.submit(outer);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 &lt;&lt; a.get() + b.get();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print 2?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hangs.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workers wait in get(); both inner tasks sit in the queue with no free worker.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TASKS WAITING ON TASKS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./tiny_nested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[frozen: stopped after 10 s]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workers fixes this program. 3 outer tasks break it again.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TASKS WAITING ON TASKS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get() is a wait-for edge too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1                    Worker 2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outer A                 run outer B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inner_A.get() ... waits     inner_B.get() ... waits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queue: [ inner A, inner B ]  ← no free worker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→ inner task → needs a free worker → a cycle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wait-for graph as v5, with futures as edges. More workers only move the limit.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TASKS WAITING ON TASKS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instead of blocking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template &lt;class T&gt;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 wait_helping(std::future&lt;T&gt;&amp; f)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using namespace std::chrono_literals;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while (f.wait_for(0s) != std::future_status::ready)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Task 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if (tasks.try_pop(t)) t();     // run someone's task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else std::this_thread::yield();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f.get();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waiting, a worker runs other queued tasks, maybe the one it waits for.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finally gives v3's try_pop a real job.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pools add per-worker queues and work stealing.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TASKS WAITING ON TASKS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blocking get() inside a pool task is a wait-for edge. Help while you wait.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2 workers and 2 outer tasks freeze?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don't more workers fix it?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wait_helping do?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cycle.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TASKS WAITING ON TASKS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sum of 2,000,000 ints, cut-off 10,000. Roughly how many tasks?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× 200 = 400 (a binary tree with 200 leaves).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of 1 worker, psum with wait_helping. Trace the first split.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submits left, computes right, then pops and runs left itself while waiting.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Part 2: list what your pool guarantees.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errors via futures · clean shutdown · cancellation by token · no nested-wait deadlock.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v11–v14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locks away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safety cost, and how do we pay less? Then: prove 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1463040"/>
            <a:ext cx="3931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v11  atomics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v12  two-lock queue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v13  lock-free SPSC ring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8C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v14  benchmark harness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ATOMICS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monitor wants counts without locking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workers:   finish task → completed++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dashboard: every 100 ms → read submitted, completed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 mutex: every finished task queues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behind the dashboard for the lock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mutex the only way to make ++ safe across threads?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ATOMICS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plain = 0;                      // A: no lock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locked = 0; std::mutex m;       // B: mutex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std::atomic&lt;int&gt; counter{0};        // C: atomic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two threads, 1,000,000 increments each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++plain;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std::lock_guard l(m); ++locked;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counter.fetch_add(1);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totals are 2,000,000? Rank A, B, C by speed.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wrong (v2's race).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C: 2,000,000.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several times faster than B: no lock to wait for.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ATOMICS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./tiny_atomic   # -O0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lock:     1056548  (4 ms)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std::mutex:  2000000  (212 ms)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std::atomic: 2000000  (27 ms)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counter = counter + 1 instead: an atomic load, then an atomic store. Two steps, updates lost again.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ATOMICS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indivisible step, and what it publishes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++n on an int:   load → add → store     3 steps, can interleave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n.fetch_add(1):  load+add+store         1 step, nobody in between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                     Reader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42;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ready.store(true, release) ──► ready.load(acquire) == true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data is guaranteed 42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relaxed: atomic, nothing more (enough for counters). release/acquire: everything written before the store is visible after the load.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ATOMICS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Counters any thread can read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std::atomic&lt;std::size_t&gt; submitted{0};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std::atomic&lt;std::size_t&gt; completed{0};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run(Task&amp; t)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t();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completed.fetch_add(1, std::memory_order_relaxed);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std::size_t tasks_completed() const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completed.load(std::memory_order_relaxed);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submit() counts only after push() succeeded.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is enough: each counter only has to be exact on its own.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never blocks a worker.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ATOMICS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stops lost updates. Release/acquire decides what else the other thread sees.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++n on an int a data race?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fetch_add guarantee?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relaxed enough?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release store promise?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ATOMICS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10,000 tasks finish, what must submitted and completed read?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10,000.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reads submitted, then completed. Can completed &gt; submitted appear?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two separate loads aren't a snapshot. Read completed first, or treat it as an estimate.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v9's default_pool() lazily created with atomics.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std::atomic&lt;ThreadPool*&gt;; acquire load, then lock + re-check + release store (double-checked locking).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TWO-LOCK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Producers and consumers share one lock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consumers take here       producers add here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▼                         ▼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 a ][ b ][ c ][ d ][ e ][ f ]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└──────── one mutex ────────┘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touch only the tail, consumers only the head. Why should they wait for each other?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TWO-LOCK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./next_bug   # v11, one mutex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1x1: 6.3 M items/s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4x4: ?      8x8: 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more threads move more items per second?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1x1 ≈ 5.7, 8x8 ≈ 2.0 M items/s.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threads, more contention on one lock.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TWO-LOCK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./tiny_contention   # -O2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1x1  one mutex: 6.1 M/s  two locks: 0.9 M/s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4x4  one mutex: 3.7 M/s  two locks: 1.1 M/s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predict two locks win. Here they lost: every push allocates a node and takes two locks. Measure, don't believe.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TWO-LOCK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dummy node keeps the ends apart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head_m                          tail_m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                               ▼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 ] → [ b ] → [ c ] → [ dummy ]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(holds head_m)     Producer (holds tail_m only)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 empty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append, notify  ← nobody waiting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waiting zzz             (v4's lost wake-up, again)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push() briefly locks head_m before notifying, so the notify can't land in the consumer's check-then-sleep gap.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TWO-LOCK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push() locks only the tail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two_lock_queue.hpp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bool push(T v)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auto dummy = std::make_unique&lt;Node&gt;();    // no lock yet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std::lock_guard&lt;std::mutex&gt; l(tail_m);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tail-&gt;value = std::move(v);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Node* new_tail = dummy.get();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tail-&gt;next = std::move(dummy);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tail = new_tail;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{ std::lock_guard&lt;std::mutex&gt; l(head_m);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cv.notify_one();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true;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dummy receives the value; a new dummy becomes the tail.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before locking.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destructor frees nodes in a loop: recursion overflows the stack at 1M nodes.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TWO-LOCK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a lock trades less waiting for more work per operation. Only a measurement says which wins.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dummy node let two locks work?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lost wake-up does the empty lock prevent?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two locks be slower?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loop in the destructor?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TWO-LOCK QUEUE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pushes. How many heap allocations in v7? In v12?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v7: few (deque blocks). v12: 1,000,000 (one node each).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empty head_m lock. Trace a consumer that never wakes.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sees empty → producer appends + notifies → consumer starts waiting: lost wake-up.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idea to a hash map. What do you lock?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mutex per bucket: threads on different buckets don't wait for each other.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·  LOCK-FREE SPSC 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producer, one consumer, millions of messages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thread ──► [ queue ] ──► parser thread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~1–4 µs per item (v12)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 message must cost ~100 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Locks, allocation and sleeping cost more than the message. With exactly one producer and one consumer, which of them do we really need?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·  LOCK-FREE SPSC 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Together { std::atomic&lt;long&gt; a, b; };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Apart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alignas(64) std::atomic&lt;long&gt; a;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alignas(64) std::atomic&lt;long&gt; b;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1: ++s.a 50M times · thread 2: ++s.b 50M times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shared. Which struct is faster, and by how much?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Apart, about 4× faster.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64-byte cache line, the two cores keep stealing the line from each other.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·  LOCK-FREE SPSC 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./tiny_false_sharing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cache line:      1.53 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cache lines: 0.39 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false sharing. The ring puts head and tail on separate lines.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·  LOCK-FREE SPSC 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writer per index: nothing to lock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slots: [ . | a | b | c | . | . | . | . ]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▲           ▲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        tail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owns head · producer owns tail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                         Consumer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slot 5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tail.store(6, release) ───────► tail.load(acquire) == 6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read slot 5 (guaranteed visible)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head.store(6, release)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v11's publish pattern, twice. The rule: exactly ONE producer and ONE consumer.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·  LOCK-FREE SPSC 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slot, then publish it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spsc_ring.hpp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bool try_push(T v) {                 // producer only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auto t = tail.load(std::memory_order_relaxed);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if (t - head.load(std::memory_order_acquire) == N)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return false;                 // full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slots[t &amp; (N - 1)] = std::move(v);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tail.store(t + 1, std::memory_order_release);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true;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// try_pop: the mirror image on head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array of N slots (N a power of two): no allocation.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mutex, no condition_variable: try_ functions only.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and tail each alignas(64).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·  LOCK-FREE SPSC 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Lock-free code is only correct under its rules. SPSC: one writer per index.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SPSC need no lock?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release store publish?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false sharing?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with two producers?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·  LOCK-FREE SPSC 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1024, tail = 5000, head = 4000. How full is the ring? Can we push?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items. Yes: 1000 &lt; 1024.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producers both read tail = 7. Trace it.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write slot 7, both store tail = 8: one item lost. (Real run: 1,255,101 of 2,000,000.)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has nothing to read. Spin, yield or sleep?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latency: spin. Fair CPU: yield. Idle a long time: sleep. The caller chooses.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·  BENCHMARK HARNESS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queue is fastest? Prove it.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B1A27"/>
          </a:solidFill>
          <a:ln w="12700">
            <a:solidFill>
              <a:srgbClr val="0B1A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ThreadSafeQueue (v7)    "simple, probably fine"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TwoLockQueue   (v12)    "less contention, must be faster"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SpscRing       (v13)    "lock-free, must be fastest"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so far came from one run, at whatever load. Is that proof?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here. Answer it before you go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·  BENCHMARK HARNESS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Stopwatch sw;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std::uint64_t unused = 0;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(std::uint64_t i = 0; i &lt; 500'000'000; ++i)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unused += i % 7;           // result never used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 &lt;&lt; sw.seconds();     // built with -O2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the loop take?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142232" cy="4663440"/>
          </a:xfrm>
          <a:prstGeom prst="roundRect">
            <a:avLst>
              <a:gd name="adj" fmla="val 22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write yours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194560"/>
            <a:ext cx="35935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0 ms.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deleted a loop whose result nobody reads. Print the sum and it takes ~640 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·  BENCHMARK HARNESS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watch it fail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./tiny_optimizer   # -O2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unused: 0.0002 ms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1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used:   640 ms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057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must use its result, and be built the way you ship.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·  BENCHMARK HARNESS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is not latency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25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737360"/>
            <a:ext cx="106372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   how many per second, flat out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     how long ONE message waits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p50     the typical message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p99     1 in 100 is slower than this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p99.9   1 in 1,000: where trouble lives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saturated queue → you only time your own backlog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EFE6"/>
          </a:solidFill>
          <a:ln w="12700">
            <a:solidFill>
              <a:srgbClr val="FBEF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and discard it. Repeat 5 times, report the median. Measure latency at a paced rate below capacity.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·  BENCHMARK HARNESS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queues, one harness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508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bench.cpp   (-O2, 1 producer, 1 consumer)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7132320" cy="448056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151B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01168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M msg/s     latency at 500k msg/s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             saturated   p50       p99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ThreadSafeQueue      4.8       5.8 µs    0.9 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TwoLockQueue         0.8      18.3 µs    3.6 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SpscRing           104.8       0.26 µs   0.05 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8470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SpscRing: ~20× the throughput, ~20× lower median latency.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28416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locks, no allocation, no sleeping.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0" y="479145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80974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its p99.9 reaches ~1 ms: the OS pausing a thread. That's the Feed Handler's next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·  BENCHMARK HARNESS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22405A"/>
          </a:solidFill>
          <a:ln w="12700">
            <a:solidFill>
              <a:srgbClr val="22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from one run is an anecdote. Report the median, and read the tail.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THESE WITHOUT LOOKING?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warm up?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343814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median, not the mean?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paced rate for latency?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4215384"/>
            <a:ext cx="237744" cy="237744"/>
          </a:xfrm>
          <a:prstGeom prst="rect">
            <a:avLst/>
          </a:prstGeom>
          <a:solidFill>
            <a:srgbClr val="13293D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-O2 do to the unused loop?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of these is shaky, go back before moving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·  BENCHMARK HARNESS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0918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918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5043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43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1679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1679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32927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927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74175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4175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15423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5423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856671" y="256032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56671" y="256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NUMBERS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runs: 4.1, 4.8, 4.9, 5.0, 12.0 M/s. Mean? Median? Which to report?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755648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8288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6.16, median 4.9. Report the median: one outlier moved the mean.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TRACE 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310128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latencies sorted. Which index is p99?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236976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33101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990,000 (99% are at or below it).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914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DESIGN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4791456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fair comparison of your queue vs a friend's.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4718304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7914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machine, -O2, same load, warm-up, 5+ runs, median throughput, p50/p99/p99.9 at a paced rate.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tool arrived because something broke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55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mutex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75564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755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unlock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lock_guard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75564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755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check-then-act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try_pop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0" y="175564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529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consumer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condition_variable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8529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7432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8529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locks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scoped_lock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8529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27432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8529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stop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closed + notify_all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0" y="28529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950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copy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move + optional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9502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50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result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future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9502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3840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3950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waits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wait_helping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0" y="39502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0474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contended counter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atomic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504748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4937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26280" y="50474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hand-off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SPSC ring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504748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46720" y="4937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D3A52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75320" y="50474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one-run numbers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median + p99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0" y="504748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right-hand side. Can you name the tool for each bug, and why?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eue Course">
  <a:themeElements>
    <a:clrScheme name="Queue Course">
      <a:dk1>
        <a:srgbClr val="1B2430"/>
      </a:dk1>
      <a:lt1>
        <a:srgbClr val="FFFFFF"/>
      </a:lt1>
      <a:dk2>
        <a:srgbClr val="13293D"/>
      </a:dk2>
      <a:lt2>
        <a:srgbClr val="EEF2F5"/>
      </a:lt2>
      <a:accent1>
        <a:srgbClr val="C2571A"/>
      </a:accent1>
      <a:accent2>
        <a:srgbClr val="0F766E"/>
      </a:accent2>
      <a:accent3>
        <a:srgbClr val="5B6B7C"/>
      </a:accent3>
      <a:accent4>
        <a:srgbClr val="F2C14E"/>
      </a:accent4>
      <a:accent5>
        <a:srgbClr val="2E6DA4"/>
      </a:accent5>
      <a:accent6>
        <a:srgbClr val="8A3B12"/>
      </a:accent6>
      <a:hlink>
        <a:srgbClr val="2E6DA4"/>
      </a:hlink>
      <a:folHlink>
        <a:srgbClr val="5B6B7C"/>
      </a:folHlink>
    </a:clrScheme>
    <a:fontScheme name="Queue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 Broken Queue to a Thread Pool</dc:title>
  <dc:subject>PptxGenJS Presentation</dc:subject>
  <dc:creator>PptxGenJS</dc:creator>
  <cp:lastModifiedBy>PptxGenJS</cp:lastModifiedBy>
  <cp:revision>1</cp:revision>
  <dcterms:created xsi:type="dcterms:W3CDTF">2026-10-04T08:05:02Z</dcterms:created>
  <dcterms:modified xsi:type="dcterms:W3CDTF">2026-10-04T08:05:02Z</dcterms:modified>
</cp:coreProperties>
</file>